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Swiggy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Analyze sales trends</a:t>
            </a:r>
          </a:p>
          <a:p>
            <a:pPr>
              <a:defRPr sz="2000"/>
            </a:pPr>
            <a:r>
              <a:t>• Compare veg vs non-veg</a:t>
            </a:r>
          </a:p>
          <a:p>
            <a:pPr>
              <a:defRPr sz="2000"/>
            </a:pPr>
            <a:r>
              <a:t>• State-wise and weekly sales</a:t>
            </a:r>
          </a:p>
          <a:p>
            <a:pPr>
              <a:defRPr sz="2000"/>
            </a:pPr>
            <a:r>
              <a:t>• Interactive Plotly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Order Date, Dish Name, State, Price (INR),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Parsed dates</a:t>
            </a:r>
          </a:p>
          <a:p>
            <a:pPr>
              <a:defRPr sz="2000"/>
            </a:pPr>
            <a:r>
              <a:t>• Created Food Category using keyword matching</a:t>
            </a:r>
          </a:p>
          <a:p>
            <a:pPr>
              <a:defRPr sz="2000"/>
            </a:pPr>
            <a:r>
              <a:t>• Grouped by month/week/state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Monthly sales trend</a:t>
            </a:r>
          </a:p>
          <a:p>
            <a:pPr>
              <a:defRPr sz="2000"/>
            </a:pPr>
            <a:r>
              <a:t>• Food category donut chart</a:t>
            </a:r>
          </a:p>
          <a:p>
            <a:pPr>
              <a:defRPr sz="2000"/>
            </a:pPr>
            <a:r>
              <a:t>• State-wise horizontal bar chart</a:t>
            </a:r>
          </a:p>
          <a:p>
            <a:pPr>
              <a:defRPr sz="2000"/>
            </a:pPr>
            <a:r>
              <a:t>• Weekly sales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Highest selling states</a:t>
            </a:r>
          </a:p>
          <a:p>
            <a:pPr>
              <a:defRPr sz="2000"/>
            </a:pPr>
            <a:r>
              <a:t>• Veg vs Non-Veg contribution</a:t>
            </a:r>
          </a:p>
          <a:p>
            <a:pPr>
              <a:defRPr sz="2000"/>
            </a:pPr>
            <a:r>
              <a:t>• Seasonal/weekly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Python, Pandas, NumPy, Plotly, Jupyter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EDA helps understand customer preferences and sales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